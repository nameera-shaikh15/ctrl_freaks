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576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011680"/>
            <a:ext cx="3291840" cy="329184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2194560"/>
            <a:ext cx="2926080" cy="29260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219456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SUBMISSION BY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CTRL FREAKS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smart platform that helps CNG and EV vehicle users find stations, avoid queues, and navigate shortages — efficiently.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MOBILITY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3716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minds behind CTRL FREAKS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706728" y="1920240"/>
            <a:ext cx="4206240" cy="3416531"/>
          </a:xfrm>
          <a:prstGeom prst="roundRect">
            <a:avLst>
              <a:gd name="adj" fmla="val 4500"/>
            </a:avLst>
          </a:prstGeom>
          <a:solidFill>
            <a:srgbClr val="1A2A6B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86888" y="2194560"/>
            <a:ext cx="1645920" cy="164592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86888" y="21945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NF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706728" y="4023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Nabiha Farheen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06728" y="4526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81048" y="4983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8728" y="1920240"/>
            <a:ext cx="4206240" cy="3416531"/>
          </a:xfrm>
          <a:prstGeom prst="roundRect">
            <a:avLst>
              <a:gd name="adj" fmla="val 4500"/>
            </a:avLst>
          </a:prstGeom>
          <a:solidFill>
            <a:srgbClr val="1A2A6B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58888" y="2194560"/>
            <a:ext cx="1645920" cy="164592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58888" y="21945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78728" y="4023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Nameera Shaikh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78728" y="4526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53048" y="4983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FREAKS  •  Solution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3716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CNG and EV stations shortage &amp; inefficiency in India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35128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5128" y="1828800"/>
            <a:ext cx="3657600" cy="109728"/>
          </a:xfrm>
          <a:prstGeom prst="rect">
            <a:avLst/>
          </a:prstGeom>
          <a:solidFill>
            <a:srgbClr val="00C2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48" y="2057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448" y="269748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growing CNG and EV fleet faces limited stations, long unmanaged queues, no real-time availability data, and volatile pricing.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67048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67048" y="1828800"/>
            <a:ext cx="3657600" cy="109728"/>
          </a:xfrm>
          <a:prstGeom prst="rect">
            <a:avLst/>
          </a:prstGeom>
          <a:solidFill>
            <a:srgbClr val="7C5C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1368" y="2057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manifests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41368" y="269748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waste fuel and charge hunting for stations, queues spill onto roads worsening congestion, and shortages strike without warning during supply disruptions.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98968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98968" y="1828800"/>
            <a:ext cx="3657600" cy="109728"/>
          </a:xfrm>
          <a:prstGeom prst="rect">
            <a:avLst/>
          </a:prstGeom>
          <a:solidFill>
            <a:srgbClr val="F2C94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73288" y="2057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impacts users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73288" y="269748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income for commercial drivers, eroded trust in CNG and EV as a clean alternative, daily frustration, and avoidable urban congestion at fueling hotspots.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FREAKS  •  Solution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3716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Rajesh — daily CNG driver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3840480" cy="4206240"/>
          </a:xfrm>
          <a:prstGeom prst="roundRect">
            <a:avLst>
              <a:gd name="adj" fmla="val 4286"/>
            </a:avLst>
          </a:prstGeom>
          <a:solidFill>
            <a:srgbClr val="1A2A6B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2103120"/>
            <a:ext cx="1463040" cy="14630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1031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RAJESH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34 years old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Mumbai, India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Fleet taxi driver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₹3,00,000 – ₹5,00,000 / yr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CNG vehicle for 6+ years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828800"/>
            <a:ext cx="109728" cy="20574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3317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time-pressed driver who depends on CNG to keep daily earnings predictable. Tech-comfortable but needs reliability over flash.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3880" y="182880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828800"/>
            <a:ext cx="109728" cy="20574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GOALS &amp; NEEDS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58200" y="23317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Refuel fast, avoid surprises, find the cheapest nearby station, and stay productive on the road.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80560" y="397764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3977640"/>
            <a:ext cx="109728" cy="20574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4114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448056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queues at peak hours, unannounced shortages, no real-time price visibility, dead zones with no data.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83880" y="397764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3977640"/>
            <a:ext cx="109728" cy="20574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114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58200" y="448056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fares while waiting, fuel wasted searching, anxiety on highways, no trustworthy single source for status.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23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FREAKS  •  Solution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3716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DETAILS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AI-Based Smart CNG and EV Tracker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6949440" cy="4206240"/>
          </a:xfrm>
          <a:prstGeom prst="roundRect">
            <a:avLst>
              <a:gd name="adj" fmla="val 3913"/>
            </a:avLst>
          </a:prstGeom>
          <a:solidFill>
            <a:srgbClr val="1A2A6B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Name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0FF"/>
                </a:solidFill>
                <a:latin typeface="Georgia" pitchFamily="34" charset="0"/>
              </a:rPr>
              <a:t>Green Mobility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+ AI-powered platform that helps CNG and EV drivers find the nearest open station, predict queue wait times, track shortages and price changes, and pick the optimal route — all in real time, with offline support and crowdsourced updates for nationwide coverage.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074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Impact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394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CNG and EV drivers, fleet operators, and private CNG and EV owners across Indian metros, tier-2 cities, and intercity highway corridors.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0" y="1828800"/>
            <a:ext cx="4114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📍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869680" y="1965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869680" y="24688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station availability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0" y="3246120"/>
            <a:ext cx="4114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3429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🤖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86968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869680" y="3886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queue &amp; shortage alerts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0" y="4663440"/>
            <a:ext cx="4114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💸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869680" y="4800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869680" y="53035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price, least wait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23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FREAKS  •  Solution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3716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CTRL FREAKS wins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5852160" cy="420624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28800"/>
            <a:ext cx="5852160" cy="5486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Gain creators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refueling, cheaper trips, predictable scheduling.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Products &amp; services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app, AI engine, crowdsourced network, alerts.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 relievers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52578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wait time, avoids shortages, removes price surprises.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828800"/>
            <a:ext cx="5852160" cy="420624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828800"/>
            <a:ext cx="5852160" cy="548640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828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PROFILE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Gains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29718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trips per day, lower fuel cost, peace of mind on long routes.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jobs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1148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Refuel quickly, plan routes, stay productive on the road.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83680" y="52578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queues, dead zones, surprise shortages, volatile prices.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3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FREAKS  •  Solution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3716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BIG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Conceptual prototype and Future roadmap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5852160" cy="4206240"/>
          </a:xfrm>
          <a:prstGeom prst="roundRect">
            <a:avLst>
              <a:gd name="adj" fmla="val 3913"/>
            </a:avLst>
          </a:prstGeom>
          <a:solidFill>
            <a:srgbClr val="1A2A6B"/>
          </a:solidFill>
          <a:ln w="25400">
            <a:solidFill>
              <a:srgbClr val="00C2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28800"/>
            <a:ext cx="5852160" cy="4572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 PROTOTYPE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697480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54203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GPS-based station finder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291840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13639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Crowdsourced queue &amp; availability updates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886200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73075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bg2"/>
                </a:solidFill>
              </a:rPr>
              <a:t>Potential price tracking integration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85800" y="4480560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32511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bg2"/>
                </a:solidFill>
              </a:rPr>
              <a:t>Future offline support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85800" y="5074920"/>
            <a:ext cx="137160" cy="1371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91947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city-level coverage, manual data refresh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1828800"/>
            <a:ext cx="5852160" cy="4206240"/>
          </a:xfrm>
          <a:prstGeom prst="roundRect">
            <a:avLst>
              <a:gd name="adj" fmla="val 3913"/>
            </a:avLst>
          </a:prstGeom>
          <a:solidFill>
            <a:srgbClr val="1A2A6B"/>
          </a:solidFill>
          <a:ln w="25400">
            <a:solidFill>
              <a:srgbClr val="7C5C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1828800"/>
            <a:ext cx="5852160" cy="457200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 &amp; EXPANSION 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2697480"/>
            <a:ext cx="137160" cy="13716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254203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integrations with IOCL / BPCL pumps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29400" y="3291840"/>
            <a:ext cx="137160" cy="13716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313639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demand forecasting &amp; shortage prediction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29400" y="3886200"/>
            <a:ext cx="137160" cy="13716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373075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+ Govt fuel data plug-in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29400" y="4480560"/>
            <a:ext cx="137160" cy="13716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432511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+ multi-fuel coverage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29400" y="5074920"/>
            <a:ext cx="137160" cy="13716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491947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 in regional languages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89320" y="3749040"/>
            <a:ext cx="274320" cy="274320"/>
          </a:xfrm>
          <a:prstGeom prst="lin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23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FREAKS  •  Solution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3716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DISCOVERY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Assumptions &amp; dependencies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3721608" cy="4206240"/>
          </a:xfrm>
          <a:prstGeom prst="roundRect">
            <a:avLst>
              <a:gd name="adj" fmla="val 36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28800"/>
            <a:ext cx="3721608" cy="4572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Cloud-native, scalable backend (serverless + managed DB)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Maps, geocoding &amp; routing APIs available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pipeline for queue / demand prediction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9377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auth and data encryption in transit &amp; at rest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70248" y="1828800"/>
            <a:ext cx="3721608" cy="4206240"/>
          </a:xfrm>
          <a:prstGeom prst="roundRect">
            <a:avLst>
              <a:gd name="adj" fmla="val 36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70248" y="1828800"/>
            <a:ext cx="3721608" cy="457200"/>
          </a:xfrm>
          <a:prstGeom prst="rect">
            <a:avLst/>
          </a:prstGeom>
          <a:solidFill>
            <a:srgbClr val="7C5C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1828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44568" y="24688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Drivers willing to share live location &amp; feedback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44568" y="32918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Smartphone penetration sufficient in target regions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44568" y="41148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Active crowdsourcing community to maintain data quality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44568" y="49377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Onboarding through driver unions and fleet partners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74736" y="1828800"/>
            <a:ext cx="3721608" cy="4206240"/>
          </a:xfrm>
          <a:prstGeom prst="roundRect">
            <a:avLst>
              <a:gd name="adj" fmla="val 36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74736" y="1828800"/>
            <a:ext cx="3721608" cy="457200"/>
          </a:xfrm>
          <a:prstGeom prst="rect">
            <a:avLst/>
          </a:prstGeom>
          <a:solidFill>
            <a:srgbClr val="F2C94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03336" y="1828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DEPENDENCIES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49056" y="24688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feeds from IOCL / BPCL / city pump networks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49056" y="32918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Govt fuel availability &amp; pricing datasets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49056" y="41148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 &amp; traffic data from third-party providers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49056" y="49377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Crowdsourced events with anti-spam validation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23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FREAKS  •  Solution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3716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DATA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driver signal to smart action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20828" y="2286000"/>
            <a:ext cx="2240280" cy="3200400"/>
          </a:xfrm>
          <a:prstGeom prst="roundRect">
            <a:avLst>
              <a:gd name="adj" fmla="val 6122"/>
            </a:avLst>
          </a:prstGeom>
          <a:solidFill>
            <a:srgbClr val="1A2A6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0928" y="2468880"/>
            <a:ext cx="640080" cy="6400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0928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57988" y="3246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3708" y="3703320"/>
            <a:ext cx="1874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location, queue check-ins, station status, govt feeds, price tickers.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98268" y="2286000"/>
            <a:ext cx="2240280" cy="3200400"/>
          </a:xfrm>
          <a:prstGeom prst="roundRect">
            <a:avLst>
              <a:gd name="adj" fmla="val 6122"/>
            </a:avLst>
          </a:prstGeom>
          <a:solidFill>
            <a:srgbClr val="1A2A6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98368" y="2468880"/>
            <a:ext cx="640080" cy="6400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8368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35428" y="3246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1148" y="3703320"/>
            <a:ext cx="1874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pipeline cleans, deduplicates, validates crowdsourced inputs.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75708" y="2286000"/>
            <a:ext cx="2240280" cy="3200400"/>
          </a:xfrm>
          <a:prstGeom prst="roundRect">
            <a:avLst>
              <a:gd name="adj" fmla="val 6122"/>
            </a:avLst>
          </a:prstGeom>
          <a:solidFill>
            <a:srgbClr val="1A2A6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75808" y="2468880"/>
            <a:ext cx="640080" cy="6400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75808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112868" y="3246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58588" y="3703320"/>
            <a:ext cx="1874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wait times, forecasts shortages, optimizes route per driver.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53148" y="2286000"/>
            <a:ext cx="2240280" cy="3200400"/>
          </a:xfrm>
          <a:prstGeom prst="roundRect">
            <a:avLst>
              <a:gd name="adj" fmla="val 6122"/>
            </a:avLst>
          </a:prstGeom>
          <a:solidFill>
            <a:srgbClr val="1A2A6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3248" y="2468880"/>
            <a:ext cx="640080" cy="6400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3248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90308" y="3246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OUT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36028" y="3703320"/>
            <a:ext cx="1874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map, smart alerts, recommended station, ETA, price comparison.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730588" y="2286000"/>
            <a:ext cx="2240280" cy="3200400"/>
          </a:xfrm>
          <a:prstGeom prst="roundRect">
            <a:avLst>
              <a:gd name="adj" fmla="val 6122"/>
            </a:avLst>
          </a:prstGeom>
          <a:solidFill>
            <a:srgbClr val="1A2A6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30688" y="2468880"/>
            <a:ext cx="640080" cy="6400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30688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867748" y="3246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913468" y="3703320"/>
            <a:ext cx="1874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confirms wait &amp; availability — improves models continuously.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371600" y="5760720"/>
            <a:ext cx="9418320" cy="457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58521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feedback loop  •  Security, monitoring &amp; audit at every layer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23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FREAKS  •  Solution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3716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Prototype→ Nationwide impact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35128" y="1920240"/>
            <a:ext cx="27432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5128" y="1920240"/>
            <a:ext cx="2743200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3728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3728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3728" y="2743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</a:t>
            </a: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Validate &amp; Learn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3728" y="352044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Android app in 2 metro cities. GPS finder + crowdsourced queue &amp; price. Onboard 500 drivers.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1208" y="1920240"/>
            <a:ext cx="27432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1208" y="1920240"/>
            <a:ext cx="2743200" cy="640080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9808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89808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months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89808" y="2743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Coverage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89808" y="352044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AI queue prediction, offline mode, shortage tracker. Expand to 10 cities. Fleet partnerships.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87288" y="1920240"/>
            <a:ext cx="27432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7288" y="1920240"/>
            <a:ext cx="2743200" cy="64008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5888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15888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9–18 months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15888" y="2743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Integrations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15888" y="352044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IOCL/BPCL feeds, govt data plug-ins, voice assistant in regional languages, iOS launch.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13368" y="1920240"/>
            <a:ext cx="27432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13368" y="1920240"/>
            <a:ext cx="2743200" cy="640080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41968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41968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months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41968" y="2743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Multi-Fuel &amp; Beyond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41968" y="352044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charging, fuel demand analytics for govt, emergency alerts for fleets, intercity expansion.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FREAKS  •  Solution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3716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INCLUSIVITY, FAIRNESS &amp; EXPLAINABILITY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Accessible to every CNG and EV  driver  (1/2)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5852160" cy="2011680"/>
          </a:xfrm>
          <a:prstGeom prst="roundRect">
            <a:avLst>
              <a:gd name="adj" fmla="val 6818"/>
            </a:avLst>
          </a:prstGeom>
          <a:solidFill>
            <a:srgbClr val="1A2A6B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86000"/>
            <a:ext cx="1097280" cy="10972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🌐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92024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20240" y="26060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English at launch; Marathi, Tamil, Telugu, Bengali, Gujarati, Kannada in roadmap.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852160" cy="2011680"/>
          </a:xfrm>
          <a:prstGeom prst="roundRect">
            <a:avLst>
              <a:gd name="adj" fmla="val 6818"/>
            </a:avLst>
          </a:prstGeom>
          <a:solidFill>
            <a:srgbClr val="1A2A6B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286000"/>
            <a:ext cx="1097280" cy="10972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286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📶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86384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Access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63840" y="26060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app under 20 MB, offline cache, low-bandwidth mode, USSD fallback for non-smartphone users.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977640"/>
            <a:ext cx="5852160" cy="2011680"/>
          </a:xfrm>
          <a:prstGeom prst="roundRect">
            <a:avLst>
              <a:gd name="adj" fmla="val 6818"/>
            </a:avLst>
          </a:prstGeom>
          <a:solidFill>
            <a:srgbClr val="1A2A6B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434840"/>
            <a:ext cx="1097280" cy="10972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348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♿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920240" y="4251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Disability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20240" y="47548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Screen-reader support, voice-first navigation, high-contrast mode, large-tap-target UI.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977640"/>
            <a:ext cx="5852160" cy="2011680"/>
          </a:xfrm>
          <a:prstGeom prst="roundRect">
            <a:avLst>
              <a:gd name="adj" fmla="val 6818"/>
            </a:avLst>
          </a:prstGeom>
          <a:solidFill>
            <a:srgbClr val="1A2A6B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4434840"/>
            <a:ext cx="1097280" cy="10972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4348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👥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863840" y="4251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Demographic Coverage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863840" y="47548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across taxi unions, auto drivers, private owners, fleet ops in metro + tier-2 cities.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23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FREAKS  •  Solution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3716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INCLUSIVITY, FAIRNESS &amp; EXPLAINABILITY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Trust, transparency, minimal data  (2/2)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372160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28800"/>
            <a:ext cx="109728" cy="1920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Representative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2644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sampled across regions, vehicle types, and times of day to avoid metro / male / private-owner bias.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24528" y="1828800"/>
            <a:ext cx="372160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24528" y="1828800"/>
            <a:ext cx="109728" cy="1920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965960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Explainable AI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98848" y="2423160"/>
            <a:ext cx="32644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shows the why — wait estimate, station rank, and shortage alert come with plain-language reasoning.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83296" y="1828800"/>
            <a:ext cx="372160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83296" y="1828800"/>
            <a:ext cx="109728" cy="1920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1965960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Fairness Audits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57616" y="2423160"/>
            <a:ext cx="32644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bias audits across geographies and driver demographics; published transparency reports.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886200"/>
            <a:ext cx="372160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886200"/>
            <a:ext cx="109728" cy="1920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23360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Minimization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4480560"/>
            <a:ext cx="32644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data needed to deliver value is collected. Location is opt-in and stored short-term; no sale of personal data.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24528" y="3886200"/>
            <a:ext cx="372160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24528" y="3886200"/>
            <a:ext cx="109728" cy="1920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98848" y="4023360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Consent &amp; Control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498848" y="4480560"/>
            <a:ext cx="32644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consent prompts, in-app data dashboard, one-tap delete, and granular permission toggles.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83296" y="3886200"/>
            <a:ext cx="372160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83296" y="3886200"/>
            <a:ext cx="109728" cy="1920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57616" y="4023360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&amp; Accountability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57616" y="4480560"/>
            <a:ext cx="32644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trails for model decisions, governance committee, and external reviews aligned to AI4India principles.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FREAKS  •  Solution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3716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GREEN MOBILITY in action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371600" y="2011680"/>
            <a:ext cx="9418320" cy="4023360"/>
          </a:xfrm>
          <a:prstGeom prst="roundRect">
            <a:avLst>
              <a:gd name="adj" fmla="val 4545"/>
            </a:avLst>
          </a:prstGeom>
          <a:solidFill>
            <a:srgbClr val="1A2A6B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0" y="3200400"/>
            <a:ext cx="868680" cy="8686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0" y="32004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437"/>
                </a:solidFill>
              </a:rPr>
              <a:t>▶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45920" y="425196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VIDEO here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4754880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i="1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https://drive.google.com/drive/folders/1j060KTAcvg2jYLk_UTv3LsJ7TNy2_ZLn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5303520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2376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FREAKS  •  Solution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194560"/>
            <a:ext cx="2743200" cy="274320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377440"/>
            <a:ext cx="2377440" cy="23774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37744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437"/>
                </a:solidFill>
                <a:latin typeface="Georgia" pitchFamily="34" charset="0"/>
              </a:rPr>
              <a:t>GREEN</a:t>
            </a:r>
            <a:br>
              <a:rPr lang="en-US" sz="2800" b="1" dirty="0">
                <a:solidFill>
                  <a:srgbClr val="0B1437"/>
                </a:solidFill>
                <a:latin typeface="Georgia" pitchFamily="34" charset="0"/>
              </a:rPr>
            </a:br>
            <a:r>
              <a:rPr lang="en-US" sz="2800" b="1" dirty="0">
                <a:solidFill>
                  <a:srgbClr val="0B1437"/>
                </a:solidFill>
                <a:latin typeface="Georgia" pitchFamily="34" charset="0"/>
              </a:rPr>
              <a:t>MOBILITY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023360" y="24688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EA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4023360" y="3794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Team CTRL FREAKS — and all the best for the judging.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2336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Nabiha Farheen   ·   Nameera Shaikh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23360" y="5852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1210</Words>
  <Application>Microsoft Office PowerPoint</Application>
  <PresentationFormat>Widescreen</PresentationFormat>
  <Paragraphs>200</Paragraphs>
  <Slides>14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CTRL FREAKS - Solution Submission</dc:title>
  <dc:subject>PptxGenJS Presentation</dc:subject>
  <dc:creator>PptxGenJS</dc:creator>
  <cp:lastModifiedBy>Nameera Shaikh</cp:lastModifiedBy>
  <cp:revision>2</cp:revision>
  <dcterms:created xsi:type="dcterms:W3CDTF">2026-05-09T16:03:03Z</dcterms:created>
  <dcterms:modified xsi:type="dcterms:W3CDTF">2026-05-12T15:26:20Z</dcterms:modified>
</cp:coreProperties>
</file>