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011680"/>
            <a:ext cx="3291840" cy="32918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194560"/>
            <a:ext cx="2926080" cy="2926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219456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SUBMISSION BY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CTRL FREAKS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smart platform that helps CNG vehicle users find stations, avoid queues, and navigate shortages — efficiently.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Foundation   ×   AI4India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minds behind CTRL FREAKS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706728" y="1920240"/>
            <a:ext cx="4206240" cy="3657600"/>
          </a:xfrm>
          <a:prstGeom prst="roundRect">
            <a:avLst>
              <a:gd name="adj" fmla="val 4500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86888" y="2194560"/>
            <a:ext cx="1645920" cy="1645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86888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06728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Nabiha Farheen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06728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Product &amp;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81048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the vision of smarter, queue-free refueling for India's growing CNG fleet.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920240"/>
            <a:ext cx="4206240" cy="3657600"/>
          </a:xfrm>
          <a:prstGeom prst="roundRect">
            <a:avLst>
              <a:gd name="adj" fmla="val 4500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8888" y="2194560"/>
            <a:ext cx="1645920" cy="1645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8888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78728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Nameera Shaikh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8728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Engineering &amp; UX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3048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the vision of smarter, queue-free refueling for India's growing CNG fleet.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CNG shortage &amp; inefficiency in India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35128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128" y="1828800"/>
            <a:ext cx="3657600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448" y="26974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growing CNG fleet faces limited stations, long unmanaged queues, no real-time availability data, and volatile pricing.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67048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7048" y="1828800"/>
            <a:ext cx="3657600" cy="109728"/>
          </a:xfrm>
          <a:prstGeom prst="rect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1368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manifests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1368" y="26974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waste fuel hunting for stations, queues spill onto roads worsening congestion, and shortages strike without warning during supply disruptions.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8968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8968" y="1828800"/>
            <a:ext cx="3657600" cy="109728"/>
          </a:xfrm>
          <a:prstGeom prst="rect">
            <a:avLst/>
          </a:prstGeom>
          <a:solidFill>
            <a:srgbClr val="F2C9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3288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impacts users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73288" y="26974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income for commercial drivers, eroded trust in CNG as a clean alternative, daily frustration, and avoidable urban congestion at fueling hotspots.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Rajesh — daily CNG driver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840480" cy="4206240"/>
          </a:xfrm>
          <a:prstGeom prst="roundRect">
            <a:avLst>
              <a:gd name="adj" fmla="val 4286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103120"/>
            <a:ext cx="1463040" cy="14630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RAJESH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34 years old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Mumbai, India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Fleet taxi driver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₹3,00,000 – ₹5,00,000 / yr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CNG vehicle for 6+ years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2880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time-pressed driver who depends on CNG to keep daily earnings predictable. Tech-comfortable but needs reliability over flash.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2880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&amp; NEEDS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3317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Refuel fast, avoid surprises, find the cheapest nearby station, and stay productive on the road.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3977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397764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4480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at peak hours, unannounced shortages, no real-time price visibility, dead zones with no data.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3977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397764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4480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fares while waiting, fuel wasted searching, anxiety on highways, no trustworthy single source for status.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project specifics as you iterate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DETAILS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Smart CNG Tracker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6949440" cy="4206240"/>
          </a:xfrm>
          <a:prstGeom prst="roundRect">
            <a:avLst>
              <a:gd name="adj" fmla="val 3913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CNG Tracker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+ AI-powered platform that helps CNG drivers find the nearest open station, predict queue wait times, track shortages and price changes, and pick the optimal route — all in real time, with offline support and crowdsourced updates for nationwide coverage.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Impact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394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CNG drivers, fleet operators, and private CNG owners across Indian metros, tier-2 cities, and intercity highway corridors.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86968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6968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station availability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324612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696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968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queue &amp; shortage alerts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466344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86968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69680" y="5303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price, least wait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CTRL FREAKS wins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5852160" cy="548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 creators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refueling, cheaper trips, predictable scheduling.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 &amp; services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AI engine, crowdsourced network, alerts.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relievers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wait time, avoids shortages, removes price surprises.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828800"/>
            <a:ext cx="5852160" cy="54864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PROFILE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971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trips per day, lower fuel cost, peace of mind on long routes.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jobs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Refuel quickly, plan routes, stay productive on the road.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5257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queues, dead zones, surprise shortages, volatile prices.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BIG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 vs North Star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1A2A6B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5852160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 — MVP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420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GPS-based station finder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9184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36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queue &amp; availability updates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307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price tracking by city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48056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25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last-known data cache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07492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9194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city-level coverage, manual data refresh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1A2A6B"/>
          </a:solidFill>
          <a:ln w="25400">
            <a:solidFill>
              <a:srgbClr val="7C5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828800"/>
            <a:ext cx="5852160" cy="45720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 — FUTURE STATE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69748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5420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integrations with IOCL / BPCL pumps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329184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136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forecasting &amp; shortage prediction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388620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7307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+ Govt fuel data plug-in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448056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325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+ multi-fuel coverage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507492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9194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in regional languages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89320" y="3749040"/>
            <a:ext cx="274320" cy="274320"/>
          </a:xfrm>
          <a:prstGeom prst="rightTriangl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DISCOVERY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&amp; dependencies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721608" cy="420624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3721608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Cloud-native, scalable backend (serverless + managed DB)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Maps, geocoding &amp; routing APIs available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pipeline for queue / demand prediction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auth and data encryption in transit &amp; at rest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0248" y="1828800"/>
            <a:ext cx="3721608" cy="420624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0248" y="1828800"/>
            <a:ext cx="3721608" cy="457200"/>
          </a:xfrm>
          <a:prstGeom prst="rect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 willing to share live location &amp; feedback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Smartphone penetration sufficient in target regions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4568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crowdsourcing community to maintain data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44568" y="49377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through driver unions and fleet partners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4736" y="1828800"/>
            <a:ext cx="3721608" cy="420624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1828800"/>
            <a:ext cx="3721608" cy="457200"/>
          </a:xfrm>
          <a:prstGeom prst="rect">
            <a:avLst/>
          </a:prstGeom>
          <a:solidFill>
            <a:srgbClr val="F2C9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DEPENDENCIES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49056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feeds from IOCL / BPCL / city pump networks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49056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Govt fuel availability &amp; pricing datasets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49056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&amp; traffic data from third-party providers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49056" y="49377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Crowdsourced events with anti-spam validation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driver signal to smart 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082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92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092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798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370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location, queue check-ins, station status, govt feeds, price tickers.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826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836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836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3542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114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cleans, deduplicates, validates crowdsourced inputs.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7570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580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58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1286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5858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wait times, forecasts shortages, optimizes route per driver.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5314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324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324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030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3602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smart alerts, recommended station, ETA, price comparison.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3058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3068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3068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6774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1346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confirms wait &amp; availability — improves models continuously.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5760720"/>
            <a:ext cx="9418320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 •  Security, monitoring &amp; audit at every layer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→ Nationwide impact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3512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128" y="1920240"/>
            <a:ext cx="2743200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372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372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372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— Validate &amp; Learn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372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Android app in 2 metro cities. GPS finder + crowdsourced queue &amp; price. Onboard 500 drivers.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120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208" y="1920240"/>
            <a:ext cx="2743200" cy="64008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980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8980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8980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Coverage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8980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 queue prediction, offline mode, shortage tracker. Expand to 10 cities. Fleet partnerships.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728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7288" y="1920240"/>
            <a:ext cx="2743200" cy="64008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1588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588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Integrations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588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IOCL/BPCL feeds, govt data plug-ins, voice assistant in regional languages, iOS launch.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1336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13368" y="1920240"/>
            <a:ext cx="2743200" cy="64008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196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4196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4196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Multi-Fuel &amp; Beyond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4196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charging, fuel demand analytics for govt, emergency alerts for fleets, intercity expansion.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INCLUSIVITY, FAIRNESS &amp; EXPLAINABILITY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 to every CNG driver  (1/2)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 at launch; Marathi, Tamil, Telugu, Bengali, Gujarati, Kannada in roadmap.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28600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📶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86384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Access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2606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app under 20 MB, offline cache, low-bandwidth mode, USSD fallback for non-smartphone users.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43484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♿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92024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4754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support, voice-first navigation, high-contrast mode, large-tap-target UI.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7764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43484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434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86384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 Coverage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63840" y="4754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taxi unions, auto drivers, private owners, fleet ops in metro + tier-2 cities.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INCLUSIVITY, FAIRNESS &amp; EXPLAINABILITY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transparency, minimal data  (2/2)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Representative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sampled across regions, vehicle types, and times of day to avoid metro / male / private-owner bias.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24528" y="18288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8288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9659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24231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shows the why — wait estimate, station rank, and shortage alert come with plain-language reasoning.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8288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9659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Audits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24231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bias audits across geographies and driver demographics; published transparency reports.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862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Minimization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data needed to deliver value is collected. Location is opt-in and stored short-term; no sale of personal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24528" y="38862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38862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8848" y="40233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 &amp; Control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98848" y="44805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consent prompts, in-app data dashboard, one-tap delete, and granular permission toggles.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3296" y="38862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38862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40233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Accountability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57616" y="44805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for model decisions, governance committee, and external reviews aligned to AI4India principles.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Smart CNG Tracker in 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418320" cy="4023360"/>
          </a:xfrm>
          <a:prstGeom prst="roundRect">
            <a:avLst>
              <a:gd name="adj" fmla="val 4545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3200400"/>
            <a:ext cx="868680" cy="8686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32004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437"/>
                </a:solidFill>
              </a:rPr>
              <a:t>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42519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link to demo video / app screenshots here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475488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https://drive.google.com/...   |   https://youtu.be/...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530352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placeholder with the actual share link to your build.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 ×  AI4India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2743200" cy="2743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77440"/>
            <a:ext cx="2377440" cy="2377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023360" y="24688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02336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Team CTRL FREAKS — and all the best for the judging.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Nabiha Farheen   ·   Nameera Shaikh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5852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HopeWorks Foundation   ×   AI4India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 FREAKS - Solution Submission</dc:title>
  <dc:subject>PptxGenJS Presentation</dc:subject>
  <dc:creator>PptxGenJS</dc:creator>
  <cp:lastModifiedBy>PptxGenJS</cp:lastModifiedBy>
  <cp:revision>1</cp:revision>
  <dcterms:created xsi:type="dcterms:W3CDTF">2026-05-09T16:03:03Z</dcterms:created>
  <dcterms:modified xsi:type="dcterms:W3CDTF">2026-05-09T16:03:03Z</dcterms:modified>
</cp:coreProperties>
</file>